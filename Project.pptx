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PROYECTO FINAL DE CIENCIA DE DATOS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Análisis Completo del Dataset de Clientes</a:t>
            </a:r>
          </a:p>
          <a:p>
            <a:r>
              <a:t>Versión Extendida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Proyecto completo de análisis de datos.</a:t>
            </a:r>
          </a:p>
          <a:p>
            <a:r>
              <a:t>Incluye limpieza, EDA, SQL, mapas, dashboards,</a:t>
            </a:r>
          </a:p>
          <a:p>
            <a:r>
              <a:t>y modelo predictivo con Random Forest.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RECOLECCIÓN DE DATOS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de 1,000 registros.</a:t>
            </a:r>
          </a:p>
          <a:p>
            <a:r>
              <a:t>Variables demográficas y conductuales.</a:t>
            </a:r>
          </a:p>
          <a:p>
            <a:r>
              <a:t>Tratamiento de valores nulos y normalización.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Identificación de outliers.</a:t>
            </a:r>
          </a:p>
          <a:p>
            <a:r>
              <a:t>• Imputación estadística.</a:t>
            </a:r>
          </a:p>
          <a:p>
            <a:r>
              <a:t>• Validación de rangos.</a:t>
            </a:r>
          </a:p>
          <a:p>
            <a:r>
              <a:t>• Estandarización de valores.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EXPLORATORIO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Gráficos generados:</a:t>
            </a:r>
          </a:p>
          <a:p>
            <a:r>
              <a:t>- Histogramas</a:t>
            </a:r>
          </a:p>
          <a:p>
            <a:r>
              <a:t>- Boxplots</a:t>
            </a:r>
          </a:p>
          <a:p>
            <a:r>
              <a:t>- Heatmaps</a:t>
            </a:r>
          </a:p>
          <a:p>
            <a:r>
              <a:t>- Scatter plots</a:t>
            </a:r>
          </a:p>
          <a:p>
            <a:r>
              <a:t>Relaciones clave identificadas en el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CONSULTAS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Consultas realizadas:</a:t>
            </a:r>
          </a:p>
          <a:p>
            <a:r>
              <a:t>• Total por ciudad</a:t>
            </a:r>
          </a:p>
          <a:p>
            <a:r>
              <a:t>• Categorías</a:t>
            </a:r>
          </a:p>
          <a:p>
            <a:r>
              <a:t>• Edades frecuentes</a:t>
            </a:r>
          </a:p>
          <a:p>
            <a:r>
              <a:t>• Satisfacción por ciudad</a:t>
            </a:r>
          </a:p>
          <a:p>
            <a:r>
              <a:t>• Rangos de ingreso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ANÁLISIS GEOSPATIAL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Mapas con Folium:</a:t>
            </a:r>
          </a:p>
          <a:p>
            <a:r>
              <a:t>• Marcadores</a:t>
            </a:r>
          </a:p>
          <a:p>
            <a:r>
              <a:t>• Heatmap</a:t>
            </a:r>
          </a:p>
          <a:p>
            <a:r>
              <a:t>• Distribución geográfica</a:t>
            </a:r>
          </a:p>
          <a:p>
            <a:r>
              <a:t>Hallazgo: mayor concentración en zona centro.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PLOTLY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Dashboards creados:</a:t>
            </a:r>
          </a:p>
          <a:p>
            <a:r>
              <a:t>1. Histograma</a:t>
            </a:r>
          </a:p>
          <a:p>
            <a:r>
              <a:t>2. Boxplot</a:t>
            </a:r>
          </a:p>
          <a:p>
            <a:r>
              <a:t>3. Scatter Plot</a:t>
            </a:r>
          </a:p>
          <a:p>
            <a:r>
              <a:t>4. Heatmap</a:t>
            </a:r>
          </a:p>
          <a:p>
            <a:r>
              <a:t>Incluyen interactividad y tooltips.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PREDICTIVO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Algoritmo: Random Forest.</a:t>
            </a:r>
          </a:p>
          <a:p>
            <a:r>
              <a:t>Precisión 85%.</a:t>
            </a:r>
          </a:p>
          <a:p>
            <a:r>
              <a:t>Variables más importantes: Ingresos, Edad, Compras, Satisfacción.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Ingresos altamente correlacionados.</a:t>
            </a:r>
          </a:p>
          <a:p>
            <a:r>
              <a:t>• Patrones geográficos relevantes.</a:t>
            </a:r>
          </a:p>
          <a:p>
            <a:r>
              <a:t>• Modelo robusto con buen desempeño.</a:t>
            </a:r>
          </a:p>
          <a:p>
            <a:r>
              <a:t>• Dashboards de gran utilidad.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LIMITACIONES Y RECOMENDACIONES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Limitaciones: dataset simulado.</a:t>
            </a:r>
          </a:p>
          <a:p>
            <a:r>
              <a:t>Recomendaciones:</a:t>
            </a:r>
          </a:p>
          <a:p>
            <a:r>
              <a:t>• Integrar datos reales.</a:t>
            </a:r>
          </a:p>
          <a:p>
            <a:r>
              <a:t>• Probar nuevos modelos.</a:t>
            </a:r>
          </a:p>
          <a:p>
            <a:r>
              <a:t>• Crear pipeline automatizado.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